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78992"/>
            <a:ext cx="82296" cy="2331720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932688"/>
            <a:ext cx="7680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NEBIUS × NVIDIA GLOBAL AI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98448"/>
            <a:ext cx="7955279" cy="8686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ForgeFlow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2194560"/>
            <a:ext cx="786384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制造业生产与交付异常处置智能体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880360"/>
            <a:ext cx="786384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从“目标态”到可审计的增量执行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" y="3703320"/>
            <a:ext cx="6858000" cy="10972"/>
          </a:xfrm>
          <a:prstGeom prst="rect">
            <a:avLst/>
          </a:prstGeom>
          <a:solidFill>
            <a:srgbClr val="34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886200"/>
            <a:ext cx="7955279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首版材料：两个开发场景、一条受控执行链、原始验收与失败记录并存。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417320"/>
            <a:ext cx="960120" cy="960120"/>
          </a:xfrm>
          <a:prstGeom prst="roundRect">
            <a:avLst>
              <a:gd name="adj" fmla="val 8000"/>
            </a:avLst>
          </a:prstGeom>
          <a:solidFill>
            <a:srgbClr val="1D232B"/>
          </a:solidFill>
          <a:ln w="9525">
            <a:solidFill>
              <a:srgbClr val="343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417320"/>
            <a:ext cx="960120" cy="9601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168128" y="1901952"/>
            <a:ext cx="457200" cy="0"/>
          </a:xfrm>
          <a:prstGeom prst="line">
            <a:avLst/>
          </a:prstGeom>
          <a:ln w="2032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789920" y="1417320"/>
            <a:ext cx="960120" cy="960120"/>
          </a:xfrm>
          <a:prstGeom prst="roundRect">
            <a:avLst>
              <a:gd name="adj" fmla="val 8000"/>
            </a:avLst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1417320"/>
            <a:ext cx="960120" cy="9601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606040"/>
            <a:ext cx="2651760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供应商断供 / 产线停机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" y="5230368"/>
            <a:ext cx="10698480" cy="10972"/>
          </a:xfrm>
          <a:prstGeom prst="rect">
            <a:avLst/>
          </a:prstGeom>
          <a:solidFill>
            <a:srgbClr val="34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5431536"/>
            <a:ext cx="30175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任务范围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5669280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断供 · B 停机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431536"/>
            <a:ext cx="30175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验收方式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669280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ERP-Bench 原始规则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3" y="5431536"/>
            <a:ext cx="30175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材料边界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5669280"/>
            <a:ext cx="30632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3/3、B 2/3；G4 新保留 2/4 strict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6199632"/>
            <a:ext cx="9601200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所有结果绑定 run_id；未测量项保持未知。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B939E"/>
                </a:solidFill>
                <a:latin typeface="Microsoft YaHei"/>
                <a:ea typeface="Microsoft YaHei"/>
                <a:cs typeface="Microsoft YaHei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问题：两类制造异常，打断同一条交付链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不是聊天题：要在真实 Odoo 里重排采购与制造计划，并接受原始规则验收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来源：ERP-Bench 开发任务 2280 / 2299（合成业务数据）· 配置：planning-metadata-v1（开发数据变体）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02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68580" cy="2331720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09344"/>
            <a:ext cx="21945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A · 供应商断供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74519"/>
            <a:ext cx="4754880" cy="411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关键供应商取消供应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95728"/>
            <a:ext cx="4754880" cy="1188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 2280：在既有销售承诺、预算与毛利下替换采购、重排制造。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判断哪些承诺还能保留，哪些计划必须修改或取消。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41732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417320"/>
            <a:ext cx="68580" cy="2331720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1609344"/>
            <a:ext cx="21945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B · 产线停机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874519"/>
            <a:ext cx="4754880" cy="411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关键工作中心不可用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395728"/>
            <a:ext cx="4754880" cy="1188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 2299：受影响制造计划必须取消并重排。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不能占用停机工作中心，也不能虚构产能或到货。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23360"/>
            <a:ext cx="41148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共同约束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15968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123444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授权范围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01952" y="4315968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01952" y="4315968"/>
            <a:ext cx="123444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每单预算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00984" y="4315968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00984" y="4315968"/>
            <a:ext cx="123444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毛利口径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0016" y="4315968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123444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交期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9048" y="4315968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4315968"/>
            <a:ext cx="123444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异常身份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047488"/>
            <a:ext cx="6858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验收程序独立于 Agent；业务是否通过，由外部原始验收器判定。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440680"/>
            <a:ext cx="11155680" cy="566928"/>
          </a:xfrm>
          <a:prstGeom prst="roundRect">
            <a:avLst>
              <a:gd name="adj" fmla="val 5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440680"/>
            <a:ext cx="1069848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第一版只处理这两个开发场景，不扩展到复合异常、全厂 APS 或真实工厂系统。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为什么难：失败不在“不会写代码”，而在计划语义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三类真实失败，暴露三个不同层次的问题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证据：recovery-b-off-20261020-01 / matched-b-native-off-20261020-01 / workflow-b-off-20261020-01 · 配置：planning-metadata-v1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03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155680" cy="1261872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728216"/>
            <a:ext cx="566928" cy="566928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728216"/>
            <a:ext cx="566928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581912"/>
            <a:ext cx="292608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目标态 ≠ 增量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1984248"/>
            <a:ext cx="964692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求解器返回的是完整目标状态。直接逐条 create，会保留旧单又新建全部目标量，产生重复采购甚至无依据动作。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62072"/>
            <a:ext cx="11155680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3172968"/>
            <a:ext cx="566928" cy="566928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72968"/>
            <a:ext cx="566928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026664"/>
            <a:ext cx="292608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工具可用 ≠ 会被使用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429000"/>
            <a:ext cx="964692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B 的 74 次工具调用全部是 bash，prepare / execute 为 0 次。Agent 绕过受控工具自行改 ERP，最终 21 分、7 项规则失败。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06824"/>
            <a:ext cx="11155680" cy="1261872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4617720"/>
            <a:ext cx="566928" cy="566928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617720"/>
            <a:ext cx="566928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471416"/>
            <a:ext cx="292608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通过 ≠ 政策正确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873752"/>
            <a:ext cx="964692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B 最终用销售单未税金额 883,693.80 代替任务书预算 943,302.00。这次更紧且通过，但不能说政策提取正确。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15584"/>
            <a:ext cx="1115568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结论：必须把“计划真实性”从模型文本，移到执行器、合同和可复核的证据里。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总体方案：一条可审计的受控执行链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Agent 负责理解与求解；执行器负责写；原始验收器负责判分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实现：Pi 0.85.1 · Nemotron-3.5-Super-VL · Harbor 0.24.0 · Odoo 19.0 · CP-SAT · 配置：planning-metadata-v1（业务运行）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04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2084831" cy="242316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609344"/>
            <a:ext cx="502920" cy="50292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09344"/>
            <a:ext cx="50292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58568"/>
            <a:ext cx="1719072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33472"/>
            <a:ext cx="1719072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任务书与实时 Odoo；只读调查，不直接写。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2615184"/>
            <a:ext cx="14630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70632" y="1417320"/>
            <a:ext cx="2084831" cy="242316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53512" y="1609344"/>
            <a:ext cx="502920" cy="50292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1609344"/>
            <a:ext cx="50292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2258568"/>
            <a:ext cx="1719072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2633472"/>
            <a:ext cx="1719072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采集快照、重新求解、生成 keep/update/cancel/create 变更集。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73752" y="2615184"/>
            <a:ext cx="14630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38344" y="1417320"/>
            <a:ext cx="2084831" cy="242316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21224" y="1609344"/>
            <a:ext cx="502920" cy="50292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1224" y="1609344"/>
            <a:ext cx="50292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2258568"/>
            <a:ext cx="1719072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绑定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1224" y="2633472"/>
            <a:ext cx="1719072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plan_id、政策摘要、首次基线与审批绑定。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41463" y="2615184"/>
            <a:ext cx="14630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06055" y="1417320"/>
            <a:ext cx="2084831" cy="242316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88936" y="1609344"/>
            <a:ext cx="502920" cy="50292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8936" y="1609344"/>
            <a:ext cx="50292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2258568"/>
            <a:ext cx="1719072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2633472"/>
            <a:ext cx="1719072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固定写入、journal 持久化、逐步回读。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09176" y="2615184"/>
            <a:ext cx="14630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73768" y="1417320"/>
            <a:ext cx="2084831" cy="2423160"/>
          </a:xfrm>
          <a:prstGeom prst="roundRect">
            <a:avLst>
              <a:gd name="adj" fmla="val 6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56648" y="1609344"/>
            <a:ext cx="502920" cy="50292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56648" y="1609344"/>
            <a:ext cx="50292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2258568"/>
            <a:ext cx="1719072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外部验收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2633472"/>
            <a:ext cx="1719072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原始规则评分；strict_success 另行判定。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187952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三条硬约束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526280"/>
            <a:ext cx="35661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526280"/>
            <a:ext cx="54864" cy="120700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" y="4681728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不直接持有写凭证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5029200"/>
            <a:ext cx="3154680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Agent 只有只读 key；写入经 root 执行器。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70248" y="4526280"/>
            <a:ext cx="35661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70248" y="4526280"/>
            <a:ext cx="54864" cy="120700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9704" y="4681728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不把目标量当新增量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29200"/>
            <a:ext cx="3154680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变更集映射真实单据，避免重复建单。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37576" y="4526280"/>
            <a:ext cx="356616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37576" y="4526280"/>
            <a:ext cx="54864" cy="120700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57032" y="4681728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不把工具回读当成功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57032" y="5029200"/>
            <a:ext cx="3154680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外部原始验收器给出业务结论。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925312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同一套内核，两种模式：基准模式预授权自主执行；产品模式在 execute 前增加人工审批。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架构图：Agent、root 执行器与独立验收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写入只有一条路径：经 Unix socket 进入 root 执行器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证据：docs/P1_权限拆分与政策合同.md §4 · 配置：permission-split-v1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05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23774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任务侧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71600"/>
            <a:ext cx="23774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Agent 侧（非 root）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22191"/>
            <a:ext cx="23774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执行器侧（root）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71600"/>
            <a:ext cx="23774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验收侧（独立）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664208"/>
            <a:ext cx="1143000" cy="1234440"/>
          </a:xfrm>
          <a:prstGeom prst="roundRect">
            <a:avLst>
              <a:gd name="adj" fmla="val 7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83080"/>
            <a:ext cx="1143000" cy="10058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31720"/>
            <a:ext cx="1143000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业务请求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1664208"/>
            <a:ext cx="210312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1783080"/>
            <a:ext cx="1737360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Pi + Nemotron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212848"/>
            <a:ext cx="173736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只读调查
bash / read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1664208"/>
            <a:ext cx="2011680" cy="3611880"/>
          </a:xfrm>
          <a:prstGeom prst="roundRect">
            <a:avLst>
              <a:gd name="adj" fmla="val 5000"/>
            </a:avLst>
          </a:prstGeom>
          <a:solidFill>
            <a:srgbClr val="EFEBE4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828800"/>
            <a:ext cx="164592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Odoo ERP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212848"/>
            <a:ext cx="1645920" cy="10972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实时计划
与单据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999232"/>
            <a:ext cx="1645920" cy="11887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只读 key
固定写入
回读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1664208"/>
            <a:ext cx="2148840" cy="1261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792224"/>
            <a:ext cx="178308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原始验收器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139696"/>
            <a:ext cx="1783080" cy="6583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ERP-Bench 规则
独立于模型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4133087"/>
            <a:ext cx="210312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4215384"/>
            <a:ext cx="173736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root 执行器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553712"/>
            <a:ext cx="1737360" cy="6217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prepare · apply
journal · readback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133087"/>
            <a:ext cx="214884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4242816"/>
            <a:ext cx="178308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Ed25519 attestation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572000"/>
            <a:ext cx="1783080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对 verifier 产物签名
状态：absent / verified / invalid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23317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2487168"/>
            <a:ext cx="155448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852928"/>
            <a:ext cx="1508760" cy="6858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只读投影
运行台 / 产品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703320"/>
            <a:ext cx="150876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9CA5B1"/>
                </a:solidFill>
                <a:latin typeface="Microsoft YaHei"/>
                <a:ea typeface="Microsoft YaHei"/>
                <a:cs typeface="Microsoft YaHei"/>
              </a:rPr>
              <a:t>分数、规则、执行
与缺测分开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64208" y="2276856"/>
            <a:ext cx="23774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041648" y="2240280"/>
            <a:ext cx="46634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03320" y="1975104"/>
            <a:ext cx="77724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只读 key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971800" y="2916936"/>
            <a:ext cx="0" cy="1197864"/>
          </a:xfrm>
          <a:prstGeom prst="line">
            <a:avLst/>
          </a:prstGeom>
          <a:ln w="1778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090672" y="3182112"/>
            <a:ext cx="1143000" cy="411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Unix socket
plan_id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041648" y="4700016"/>
            <a:ext cx="46634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75887" y="4773168"/>
            <a:ext cx="86868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固定写入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56248" y="2286000"/>
            <a:ext cx="466344" cy="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0" y="2011680"/>
            <a:ext cx="5029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终态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119872" y="2944368"/>
            <a:ext cx="0" cy="1170432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29600" y="3246120"/>
            <a:ext cx="7315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签名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208008" y="2286000"/>
            <a:ext cx="557784" cy="54864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208008" y="4069080"/>
            <a:ext cx="557784" cy="594360"/>
          </a:xfrm>
          <a:prstGeom prst="line">
            <a:avLst/>
          </a:prstGeom>
          <a:ln w="1524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5486400"/>
            <a:ext cx="111556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权限边界：Agent 无 admin key；执行器只接受受控请求；验收器加固并以签名绑定产物，但仍不宣称“不可篡改”。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权限边界：Agent 只读，root 执行器唯一可写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P1 用容器内特权分离，把“能写”从模型进程拿走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证据：permission-split-probe-20261021-10 · 配置：permission-split-v1（data=original，nop 权限探针）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06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6629400" cy="19659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55448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554480"/>
            <a:ext cx="8686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36192"/>
            <a:ext cx="365760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Agent 用户 forgeflow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47672"/>
            <a:ext cx="6126480" cy="1280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可读：容器内 /etc/odoo/api_key.read（0644 root:forgeflow）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可写：无。直接写 Odoo 返回 403；模型不能自行授予写权限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职责：调查、读取业务数据、经 socket 调用 prepare / apply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66294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604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36850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85032"/>
            <a:ext cx="14173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唯一写路径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666744"/>
            <a:ext cx="402336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root 执行器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78224"/>
            <a:ext cx="6126480" cy="1600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写 key：容器内 /etc/odoo/api_key（0600 root），Agent 不可读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socket：/run/forgeflow/executor.sock（0660），SO_PEERCRED 校验 uid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store：/var/lib/forgeflow/recovery（0700 root），Agent 无法遍历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apply 需要 plan_id 与审批；不接受任意计划 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389888"/>
            <a:ext cx="4251960" cy="4462272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554480"/>
            <a:ext cx="3749039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容器探针 · permission-split-probe-20261021-10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901952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4967" y="1975104"/>
            <a:ext cx="150876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7" y="2377440"/>
            <a:ext cx="1508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ro_read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1901952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65207" y="1975104"/>
            <a:ext cx="150876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403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7" y="2377440"/>
            <a:ext cx="1508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ro_write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2862072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7" y="2935224"/>
            <a:ext cx="150876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7" y="3337560"/>
            <a:ext cx="1508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api_key_mode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2862072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65207" y="2935224"/>
            <a:ext cx="150876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644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7" y="3337560"/>
            <a:ext cx="1508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read_key_mode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950208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selfcheck=ok · nop 对照 0 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279392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evaluation_valid=true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645152"/>
            <a:ext cx="3749039" cy="7772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只读用户能读、不能写；admin key 已移出 Agent 可读范围。
data=original 仅用于权限探针，不评价业务。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5440680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结论：admin key 不在 Agent 进程可读范围内。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任务政策合同：政策不能由模型“复述”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TaskContract 从任务书、场景数据与已记录请求构造；不读取 reference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证据：workflow-b-off-20261020-01（历史请求复核）/ contracts/2299-workcenter-outage-v1.json · 配置：planning-metadata-v1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07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6309360" cy="3749039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30352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合同覆盖什么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0195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产品 / 锚点日期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8541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目标产品与任务基准日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90195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订单范围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18541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授权的销售单集合，缺一或多一都拒绝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0779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每单预算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9125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逐单上限；更紧的预算也算冲突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90779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毛利口径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19125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按售价口径校验，不做静默替换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1363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异常身份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供应商引用或停机工作中心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913632"/>
            <a:ext cx="26974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原承诺策略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197096"/>
            <a:ext cx="269748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保留可执行承诺 / 修复受影响计划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81728"/>
            <a:ext cx="58064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校验两处：prepare 前的 request；execute 前的 change-set。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10328"/>
            <a:ext cx="58064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物理动作在结构上不可能：执行器只接受 10 种计划单据动作。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1389888"/>
            <a:ext cx="457200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554480"/>
            <a:ext cx="21945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真实拦截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810512"/>
            <a:ext cx="109728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6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938528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个预算字段被拒绝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286000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合同拒绝发生在任何写入之前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2788920"/>
            <a:ext cx="411480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926080"/>
            <a:ext cx="3931920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B 记录值（销售单未税金额）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172968"/>
            <a:ext cx="393192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883,693.80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639312"/>
            <a:ext cx="3931920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任务书预算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886200"/>
            <a:ext cx="393192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943,302.00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370832"/>
            <a:ext cx="3977639" cy="6400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更紧也不等于正确；不能把“碰巧通过”当成政策提取正确。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349240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政策摘要进入 prepare 与审批绑定。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恢复计划与变更集：把目标态翻译成“动哪些单”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prepare 在实时 Odoo 上重算；执行只做已经绑定的增量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证据：permission-split-pi-20261021-09 / workflow-a-off-20261020-01 / workflow-b-off-20261020-01 · 配置：planning-metadata-v1 + permission-split-v1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08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53312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变更集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64208"/>
            <a:ext cx="3017520" cy="120700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01368"/>
            <a:ext cx="2651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KEEP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048256"/>
            <a:ext cx="2651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95728"/>
            <a:ext cx="26517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仍可执行的承诺与单据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1664208"/>
            <a:ext cx="3017520" cy="120700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801368"/>
            <a:ext cx="2651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048256"/>
            <a:ext cx="2651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修改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395728"/>
            <a:ext cx="26517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日期、数量、关联关系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54096"/>
            <a:ext cx="3017520" cy="120700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91256"/>
            <a:ext cx="2651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CANCEL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38144"/>
            <a:ext cx="2651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取消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85615"/>
            <a:ext cx="26517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受影响的制造计划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3054096"/>
            <a:ext cx="3017520" cy="120700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3191256"/>
            <a:ext cx="26517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CREATE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438144"/>
            <a:ext cx="26517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新建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785615"/>
            <a:ext cx="26517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必要的采购 / 制造单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353312"/>
            <a:ext cx="42062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执行证据链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1664208"/>
            <a:ext cx="443484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88352" y="1883664"/>
            <a:ext cx="146304" cy="146304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2" y="1810512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快照与实时业务状态</a:t>
            </a:r>
          </a:p>
        </p:txBody>
      </p:sp>
      <p:sp>
        <p:nvSpPr>
          <p:cNvPr id="32" name="Oval 31"/>
          <p:cNvSpPr/>
          <p:nvPr/>
        </p:nvSpPr>
        <p:spPr>
          <a:xfrm>
            <a:off x="7388352" y="2340864"/>
            <a:ext cx="146304" cy="146304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2" y="2267712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baseline / binding：首次基线</a:t>
            </a:r>
          </a:p>
        </p:txBody>
      </p:sp>
      <p:sp>
        <p:nvSpPr>
          <p:cNvPr id="34" name="Oval 33"/>
          <p:cNvSpPr/>
          <p:nvPr/>
        </p:nvSpPr>
        <p:spPr>
          <a:xfrm>
            <a:off x="7388352" y="2798064"/>
            <a:ext cx="146304" cy="146304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2724912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plan_id + policy 摘要</a:t>
            </a:r>
          </a:p>
        </p:txBody>
      </p:sp>
      <p:sp>
        <p:nvSpPr>
          <p:cNvPr id="36" name="Oval 35"/>
          <p:cNvSpPr/>
          <p:nvPr/>
        </p:nvSpPr>
        <p:spPr>
          <a:xfrm>
            <a:off x="7388352" y="3255264"/>
            <a:ext cx="146304" cy="146304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2" y="3182112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journal.jsonl：持久化操作顺序</a:t>
            </a:r>
          </a:p>
        </p:txBody>
      </p:sp>
      <p:sp>
        <p:nvSpPr>
          <p:cNvPr id="38" name="Oval 37"/>
          <p:cNvSpPr/>
          <p:nvPr/>
        </p:nvSpPr>
        <p:spPr>
          <a:xfrm>
            <a:off x="7388352" y="3712463"/>
            <a:ext cx="146304" cy="146304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62672" y="3639312"/>
            <a:ext cx="37033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readback / success：逐项回读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407408"/>
            <a:ext cx="44348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P1 导出 complete=true；逐文件大小与 SHA 记录。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617720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真实执行：同一 plan_id 下固定写入，并保留执行日志与回读。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956048"/>
            <a:ext cx="3566160" cy="84124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074920"/>
            <a:ext cx="315468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7 步 · 13 文件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431536"/>
            <a:ext cx="315468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P1：verified_steps / 导出恢复产物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59" y="4956048"/>
            <a:ext cx="3566160" cy="84124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2272" y="5074920"/>
            <a:ext cx="315468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7 步 · 11 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2272" y="5431536"/>
            <a:ext cx="315468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Workflow A：计划单据写入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1000" y="4956048"/>
            <a:ext cx="3566160" cy="84124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11312" y="5074920"/>
            <a:ext cx="315468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34 步 · 36 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1312" y="5431536"/>
            <a:ext cx="315468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Workflow B：计划单据写入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961888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不生成无实物依据的收货、生产完工或库存调整；执行响应不确定时保留原计划。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审批与故障语义：一次性闸门，未知结果不盲重试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产品模式先审批；基准模式预授权，但共用同一执行内核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证据：permission-split-pi-20261021-09（recovery-route）· 配置：permission-split-v1 + planning-metadata-v1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09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21945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4389120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一次性、可绑定、可恢复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4983480" cy="23774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绑定 run / plan / policy / snapshot / approver / 过期时间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O_EXCL 消费，只闸首次 dispatch；重放与对账不需要新令牌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过期或绑定不符：写入前拒绝，失败不消耗令牌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0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apply 必须使用同一 plan_id；前端不能改计划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4983480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审批后状态变化则拒绝旧计划；恢复路径仍检查过期与绑定。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389888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21945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故障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10512"/>
            <a:ext cx="4389120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未知结果先对账，不重发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404872"/>
            <a:ext cx="1143000" cy="530352"/>
          </a:xfrm>
          <a:prstGeom prst="roundRect">
            <a:avLst>
              <a:gd name="adj" fmla="val 8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04872"/>
            <a:ext cx="11430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响应未知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62088" y="2670048"/>
            <a:ext cx="82295" cy="0"/>
          </a:xfrm>
          <a:prstGeom prst="line">
            <a:avLst/>
          </a:prstGeom>
          <a:ln w="1270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662671" y="2404872"/>
            <a:ext cx="1143000" cy="530352"/>
          </a:xfrm>
          <a:prstGeom prst="roundRect">
            <a:avLst>
              <a:gd name="adj" fmla="val 8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2404872"/>
            <a:ext cx="11430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保留 plan / journal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59" y="2670048"/>
            <a:ext cx="82296" cy="0"/>
          </a:xfrm>
          <a:prstGeom prst="line">
            <a:avLst/>
          </a:prstGeom>
          <a:ln w="1270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4544" y="2404872"/>
            <a:ext cx="1143000" cy="530352"/>
          </a:xfrm>
          <a:prstGeom prst="roundRect">
            <a:avLst>
              <a:gd name="adj" fmla="val 8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24544" y="2404872"/>
            <a:ext cx="11430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核对回读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85832" y="2670048"/>
            <a:ext cx="82296" cy="0"/>
          </a:xfrm>
          <a:prstGeom prst="line">
            <a:avLst/>
          </a:prstGeom>
          <a:ln w="12700">
            <a:solidFill>
              <a:srgbClr val="E05A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186416" y="2404872"/>
            <a:ext cx="1143000" cy="530352"/>
          </a:xfrm>
          <a:prstGeom prst="roundRect">
            <a:avLst>
              <a:gd name="adj" fmla="val 8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86416" y="2404872"/>
            <a:ext cx="1143000" cy="53035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同一 plan 对账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36392"/>
            <a:ext cx="4983480" cy="1554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禁止自动重发、重新 prepare 覆盖原计划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崩溃恢复只允许同一 plan_id；不提供未验证的“一键回滚”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停止生成文字不等于撤销已经发生的 ERP 写入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24528"/>
            <a:ext cx="498348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恢复不是重做：已有 dispatch 的日志跳过首次闸门，按 journal 对账。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两种模式，同一内核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212080"/>
            <a:ext cx="3566160" cy="8229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5303520"/>
            <a:ext cx="32461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基准模式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5532120"/>
            <a:ext cx="324612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预授权自主执行，保留完整失败与对照记录；不增加人工响应。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59" y="5212080"/>
            <a:ext cx="3566160" cy="8229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16551" y="5303520"/>
            <a:ext cx="32461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产品模式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1" y="5532120"/>
            <a:ext cx="324612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展示变更集 → 人工批准 → 同一 plan_id 执行 → 外部验收；Web 写路径待接。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5212080"/>
            <a:ext cx="3566160" cy="8229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65592" y="5303520"/>
            <a:ext cx="32461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真实链路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5532120"/>
            <a:ext cx="324612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apply 发起与 ok 均记录在 recovery-route.jsonl；非 Agent 直写。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验收与防篡改：原始规则判分，签名绑定产物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工具回读通过只是执行证据；业务是否通过由外部原始验收器决定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证据：attestation-nop-20261021-01 / permission-split-pi-20261021-09 · 配置：permission-split-v1（nop 对照 data=original）+ planning-metadata-v1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10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3566160" cy="3977639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1572768"/>
            <a:ext cx="457200" cy="45720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72768"/>
            <a:ext cx="4572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176272"/>
            <a:ext cx="31089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原始验收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606040"/>
            <a:ext cx="3127248" cy="2560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ERP-Bench 的 test.sh、checks.py、reward.json 保留原样。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ForgeFlow 只适配 Harbor 0.24.0 的分数读取，不改业务规则。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strict_success 还要求所有适用规则通过、链路有效。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evaluation_valid 与 strict_success 分开记录。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389888"/>
            <a:ext cx="35661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53127" y="1572768"/>
            <a:ext cx="457200" cy="45720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572768"/>
            <a:ext cx="4572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176272"/>
            <a:ext cx="31089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验收器加固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606040"/>
            <a:ext cx="3127248" cy="2560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verifier-hardened-v1 注入以下变量：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PYTHONSAFEPATH=1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PYTHONPATH="" · UV_NO_CONFIG=1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BASH_ENV=/dev/null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nop 对照 0 分、evaluation_valid=true。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仍不能证明验收时工作区一定干净。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389888"/>
            <a:ext cx="3566160" cy="3977639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02168" y="1572768"/>
            <a:ext cx="457200" cy="45720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1572768"/>
            <a:ext cx="4572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2176272"/>
            <a:ext cx="31089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产物签名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606040"/>
            <a:ext cx="3127248" cy="2560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Ed25519 对 verifier 产物签名；RunView 显示 absent / verified / invalid。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attestation-nop-20261021-01：7 个 artifacts，status=verified。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100 分运行已签名并验签通过。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签名失败只记录 failed，不改分数与状态。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04688"/>
            <a:ext cx="11155680" cy="566928"/>
          </a:xfrm>
          <a:prstGeom prst="roundRect">
            <a:avLst>
              <a:gd name="adj" fmla="val 5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504688"/>
            <a:ext cx="10744200" cy="5669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边界：签名证明产物在签名后未被改动，不能证明验收时工作区干净；因此不宣称“结果不可篡改”。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真实运行结果：A 3/3、B 2/3 在权限拆分下满分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六次真实运行（A/B 各 3 次），全部经执行器与原始验收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证据：A …-09 / p5-A-perm-pi-r2..r3 · B …-b-01 / p5-B-perm-pi-r2..r3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11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3931920" cy="3611880"/>
          </a:xfrm>
          <a:prstGeom prst="roundRect">
            <a:avLst>
              <a:gd name="adj" fmla="val 6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00200"/>
            <a:ext cx="33832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原始验收分数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755648"/>
            <a:ext cx="3474720" cy="9144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61488"/>
            <a:ext cx="3383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51/51 · B 95/95 规则通过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127248"/>
            <a:ext cx="33832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两个场景 0 失败规则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364992"/>
            <a:ext cx="33832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strict_success =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520440"/>
            <a:ext cx="338328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evaluation_valid =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4074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07408"/>
            <a:ext cx="14173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次重复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4434840"/>
            <a:ext cx="182880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不称稳定成功率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389888"/>
            <a:ext cx="182880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运行配置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700784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run_id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682496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 …-09 / B …-b-01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2048256"/>
            <a:ext cx="672084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139696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2121408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 供应商断供 / B 产线停机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487168"/>
            <a:ext cx="672084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578608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560320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nvidia/Nemotron-3.5-Super-VL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2926080"/>
            <a:ext cx="672084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017520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999232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cp-sat-recovery-v1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364991"/>
            <a:ext cx="672084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456432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438144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planning-metadata-v1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3803904"/>
            <a:ext cx="6720840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3895344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permission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3877056"/>
            <a:ext cx="57607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permission-split-v1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4434840"/>
            <a:ext cx="6812280" cy="56692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4517136"/>
            <a:ext cx="644652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执行器 uid 0 · socket 0660 · store 0700 · 7 步验证 · 13 个导出文件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745736"/>
            <a:ext cx="64465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recovery-route：prepare / apply 均为 executor 模式。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230368"/>
            <a:ext cx="11155680" cy="841248"/>
          </a:xfrm>
          <a:prstGeom prst="roundRect">
            <a:avLst>
              <a:gd name="adj" fmla="val 5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321808"/>
            <a:ext cx="10698480" cy="6400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口径：A 3/3 满分；B 2/3 满分，失败的一次是模型上下文溢出（recovery-route 为空，未触达执行器）。均为 planning-metadata-v1 + permission-split-v1；不代表 original 条件、稳定成功率或保留任务。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实验矩阵：分组报告，不合并口径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同一模型与任务链下，工具、提示与权限是分别标识的实验因素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证据：见下表 run_id · 配置：第 5 行 planning-metadata-v1；第 6 行 planning-metadata-v1 + permission-split-v1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12 / 18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353312"/>
          <a:ext cx="11155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71800"/>
                <a:gridCol w="1234440"/>
                <a:gridCol w="1417320"/>
                <a:gridCol w="37033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组别 / 目的</a:t>
                      </a:r>
                    </a:p>
                  </a:txBody>
                  <a:tcPr marL="73152" marR="54864" marT="27432" marB="27432" anchor="ctr">
                    <a:solidFill>
                      <a:srgbClr val="1216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关键配置</a:t>
                      </a:r>
                    </a:p>
                  </a:txBody>
                  <a:tcPr marL="73152" marR="54864" marT="27432" marB="27432" anchor="ctr">
                    <a:solidFill>
                      <a:srgbClr val="1216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断供</a:t>
                      </a:r>
                    </a:p>
                  </a:txBody>
                  <a:tcPr marL="73152" marR="54864" marT="27432" marB="27432" anchor="ctr">
                    <a:solidFill>
                      <a:srgbClr val="1216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停线</a:t>
                      </a:r>
                    </a:p>
                  </a:txBody>
                  <a:tcPr marL="73152" marR="54864" marT="27432" marB="27432" anchor="ctr">
                    <a:solidFill>
                      <a:srgbClr val="1216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 ID</a:t>
                      </a:r>
                    </a:p>
                  </a:txBody>
                  <a:tcPr marL="73152" marR="54864" marT="27432" marB="27432" anchor="ctr">
                    <a:solidFill>
                      <a:srgbClr val="12161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参考执行（oracle）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原始环境对照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100（95/95）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m1-a-oracle-20261020-03 / m1-b-oracle-20261020-01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空操作（nop）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原始环境对照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m1-a-nop-20261020-01 / m1-b-nop-20261020-01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 V0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原始数据，无恢复工具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v0-a-pi-20261020-02 / v0-b-pi-20261020-01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只读求解对照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cp-sat-native-v1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17.5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21.33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matched-a-native-off-20261020-01 / matched-b-native-off-20261020-01</a:t>
                      </a:r>
                    </a:p>
                  </a:txBody>
                  <a:tcPr marL="73152" marR="54864" marT="27432" marB="27432" anchor="ctr">
                    <a:solidFill>
                      <a:srgbClr val="F5F2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 + 工作流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cp-sat-recovery-v1 + recovery-workflow-v1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100（51/51）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100（95/95）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workflow-a-off-20261020-01 / workflow-b-off-20261020-01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权限拆分 P1</a:t>
                      </a:r>
                    </a:p>
                  </a:txBody>
                  <a:tcPr marL="73152" marR="54864" marT="27432" marB="27432" anchor="ctr">
                    <a:solidFill>
                      <a:srgbClr val="FBE9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planning-metadata-v1 + permission-split-v1 + cp-sat-recovery-v1</a:t>
                      </a:r>
                    </a:p>
                  </a:txBody>
                  <a:tcPr marL="73152" marR="54864" marT="27432" marB="27432" anchor="ctr">
                    <a:solidFill>
                      <a:srgbClr val="FBE9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3/3 满分</a:t>
                      </a:r>
                    </a:p>
                  </a:txBody>
                  <a:tcPr marL="73152" marR="54864" marT="27432" marB="27432" anchor="ctr">
                    <a:solidFill>
                      <a:srgbClr val="FBE9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 满分</a:t>
                      </a:r>
                    </a:p>
                  </a:txBody>
                  <a:tcPr marL="73152" marR="54864" marT="27432" marB="27432" anchor="ctr">
                    <a:solidFill>
                      <a:srgbClr val="FBE9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61A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…-09 + p5-A-perm-pi-r2..r3 / …-b-01 + p5-B-perm-pi-r2..r3</a:t>
                      </a:r>
                    </a:p>
                  </a:txBody>
                  <a:tcPr marL="73152" marR="54864" marT="27432" marB="27432" anchor="ctr">
                    <a:solidFill>
                      <a:srgbClr val="FBE9E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第 1–5 行为历史对照，第 6 行为本轮 3 次重复（A 3/3、B 2/3）；两组配置不合并成功率。所有行均为开发场景样本，不据此推断稳定泛化。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产品界面：先把证据看清楚，再谈对话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工作台已含运行、计划、审批、证据面板与多轮项目问答；平台模型与自有 key 均可配置。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证据：permission-split-pi-20261021-09 的 RunView 投影 · 配置：planning-metadata-v1 + permission-split-v1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13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6812280" cy="452628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55448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20116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已实现 · 首版控制台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20240"/>
            <a:ext cx="630936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RunView schema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59152"/>
            <a:ext cx="6355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450592"/>
            <a:ext cx="12801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运行与证据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2450592"/>
            <a:ext cx="4663440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分数、规则、evaluation_valid、签名状态、数据 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36392"/>
            <a:ext cx="6355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27832"/>
            <a:ext cx="12801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计划与变更集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3227832"/>
            <a:ext cx="4663440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plan_id、操作计数、步数、预期支出、policy 摘要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13632"/>
            <a:ext cx="6355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005072"/>
            <a:ext cx="12801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人工审批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4005072"/>
            <a:ext cx="4663440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绑定审阅者与计划；一次性、可撤销、写审计日志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90872"/>
            <a:ext cx="6355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782312"/>
            <a:ext cx="12801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项目问答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12848" y="4782312"/>
            <a:ext cx="4663440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只返回文档原文段落与 path:start-end 引用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04688"/>
            <a:ext cx="63093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GET / 单页控制台；接口只读运行与审批记录，不触发模型或 ERP 写入；不展示思考文本与凭证。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1389888"/>
            <a:ext cx="411480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54112" y="15544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1554480"/>
            <a:ext cx="237744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规划中 · assistant-ui 多轮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1920240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未实现，不计入本次成绩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54112" y="2395728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2468880"/>
            <a:ext cx="3200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505456"/>
            <a:ext cx="2926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场景 / 运行记录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54112" y="3127248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3200400"/>
            <a:ext cx="3200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236976"/>
            <a:ext cx="2926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对话 + 审批入口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54112" y="3858768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3931920"/>
            <a:ext cx="32004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968496"/>
            <a:ext cx="2926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来源 / 计划 / 结果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4681728"/>
            <a:ext cx="3657600" cy="1005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8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项目讲解只读；制造任务显式进入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8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复用 WayRaft 布局 + assistant-ui 消息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8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模型文字不能直接变成可执行按钮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035040"/>
            <a:ext cx="11155680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以上为结构示意，不是真实截图；模拟事件不计作实验成果。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部署与安全：本地执行闭环，公网只读评审已上线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把“研究入口”和“评审产品入口”分开，不用界面替代业务可靠性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证据：permission-split-probe-20261021-10 / README 运行边界 · 配置：permission-split-v1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14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3566160" cy="306324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13970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" y="157276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72768"/>
            <a:ext cx="11430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1993392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本地执行闭环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423160"/>
            <a:ext cx="3154680" cy="1828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运行台只绑定回环地址，不暴露公网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只读 RunView API；无模型 / ERP 写入口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只读凭证 + root 执行器 + 验收器加固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Ed25519 签名；RunView 显示 verified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P1 收尾记录：1061 项测试通过、1 项跳过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389888"/>
            <a:ext cx="356616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3127" y="157276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572768"/>
            <a:ext cx="11430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待完成 · P6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1993392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评审入口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2423160"/>
            <a:ext cx="3154680" cy="1828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HTTPS 产品入口与评审身份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任务所有权、单任务排队与健康检查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独立 Odoo 初态与 Worker 隔离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不向浏览器暴露 Odoo、数据库、Docker socket、原始日志目录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389888"/>
            <a:ext cx="356616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02168" y="157276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1572768"/>
            <a:ext cx="11430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红线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1993392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产品化不能突破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423160"/>
            <a:ext cx="3154680" cy="1828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密钥不进源码、日志或演示材料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没有验收结果就不显示任务成功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资源不可用时显示失败 / 排队，不回退成伪实时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19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19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未经验证的“一键回滚”不做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81728"/>
            <a:ext cx="5486400" cy="804672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773168"/>
            <a:ext cx="50749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已实测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001768"/>
            <a:ext cx="507492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permission-split-probe-20261021-10：0 分、evaluation_valid=true。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681728"/>
            <a:ext cx="548640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4773168"/>
            <a:ext cx="507492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未完成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5001768"/>
            <a:ext cx="507492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外网部署、评审账号、匿名检查、产品写路径。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87568"/>
            <a:ext cx="11155680" cy="457200"/>
          </a:xfrm>
          <a:prstGeom prst="roundRect">
            <a:avLst>
              <a:gd name="adj" fmla="val 5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687568"/>
            <a:ext cx="107442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部署原则：真实运行与历史回放分开；没有结果不显示成功；服务不可用就明确显示失败或排队。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限制与反思：哪些结论现在还不能下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开发场景有重复、保留任务有反例：两者都必须如实报告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证据：permission-split-pi-20261021-09 / 工程进度 2026-10-21 · 配置：planning-metadata-v1（非 original）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15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527048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773936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样本范围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167128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开发 A 3/3、B 2/3；2281 修复后回归 100；G4 新保留 2/4 strict。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1389888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7" y="1527048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7" y="1773936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数据条件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7" y="2167128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结果使用 planning-metadata-v1，它是可见性变体，不是 original；不声称原始数据条件通过。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389888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1527048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773936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政策提取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2167128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B 仍从销售单金额取预算；本次更紧且通过，不等于任务政策提取正确。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28416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465576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712464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时间粒度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4105656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任务按日核算；同日小时 / 秒级先后仍有缺口，不是精确工厂排程。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59" y="3328416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127" y="3465576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7" y="3712464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工具覆盖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7" y="4105656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只支持有限的采购 / 制造计划；多工序、多 BoM、部分履约、多币种或单位会被拒绝。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3328416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3465576"/>
            <a:ext cx="457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3712464"/>
            <a:ext cx="310896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成本与产品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4105656"/>
            <a:ext cx="3154680" cy="8229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美元成本未返回，保持 null；产品审批与本地部署已可用，公网评审与完整工作台已上线。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669280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下一步优先级：先补重复与保留任务，再补工作台与部署；不以界面完成替代业务可靠性。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路线图：P0–P6，先把真实性与权限做完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已完成项按证据标记；计划项不写成已完成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依据：ForgeFlow_下一阶段开发方案_v3.md §13 / 工程进度 2026-10-21 / permission-split-pi-20261021-09 · 配置：planning-metadata-v1 + permission-split-v1（P1）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16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 + RunView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基线提交与读取投影；历史结果可复现展示。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12264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E0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权限 / 合同 / 审批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关键验证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签名与执行器已接入；权限拆分首次 100 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21608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9624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9624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9624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完成首版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9624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运行创建/队列、计划、审批/撤销/审计、SSE、知识问答；已容器验证。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30952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8968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完成首版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无构建单页：运行、计划、审批、多轮问答、新建运行；assistant-ui 待迁移。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0296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8312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知识库与问答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8312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BM25 检索、原文与行号引用；接口与界面已接。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77656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7656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重复 / 保留任务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77656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首轮完成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77656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A 3/3、B 2/3；保留任务 2281 一次 0 分（原型拒绝）。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58984" y="1417320"/>
            <a:ext cx="1517904" cy="3063240"/>
          </a:xfrm>
          <a:prstGeom prst="roundRect">
            <a:avLst>
              <a:gd name="adj" fmla="val 5000"/>
            </a:avLst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87000" y="1554480"/>
            <a:ext cx="6400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1901952"/>
            <a:ext cx="1261872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部署 / 安全 / 材料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2423160"/>
            <a:ext cx="12618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F09A78"/>
                </a:solidFill>
                <a:latin typeface="Microsoft YaHei"/>
                <a:ea typeface="Microsoft YaHei"/>
                <a:cs typeface="Microsoft YaHei"/>
              </a:rPr>
              <a:t>完成首版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0" y="2743200"/>
            <a:ext cx="1261872" cy="15544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B9C1CC"/>
                </a:solidFill>
                <a:latin typeface="Microsoft YaHei"/>
                <a:ea typeface="Microsoft YaHei"/>
                <a:cs typeface="Microsoft YaHei"/>
              </a:rPr>
              <a:t>本地 compose 实测、18 页材料、匿名化清单；公网只读评审已部署（forgeflow-yzo9.onrender.com）。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754880"/>
            <a:ext cx="11155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下一步顺序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047488"/>
            <a:ext cx="1115568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assistant-ui 迁移  →  保留任务能力扩展  →  公网部署与匿名检查  →  更大样本重复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成功门槛：原始验收、strict_success、证据链、权限边界同时满足；资源不足时先保权限与真实性，削减页面美化。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68580" cy="475488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46888"/>
            <a:ext cx="9784080" cy="5669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团队 / 分工：只写可核实的贡献，不补身份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32104"/>
            <a:ext cx="106984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国内展示不列学校、姓名、导师；仓库也未记录团队人数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7373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1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FORGEFLOW · 首版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61288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73968" cy="10972"/>
          </a:xfrm>
          <a:prstGeom prst="rect">
            <a:avLst/>
          </a:prstGeom>
          <a:solidFill>
            <a:srgbClr val="DD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50292" cy="50292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428232"/>
            <a:ext cx="102412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5C6470"/>
                </a:solidFill>
                <a:latin typeface="Microsoft YaHei"/>
                <a:ea typeface="Microsoft YaHei"/>
                <a:cs typeface="Microsoft YaHei"/>
              </a:rPr>
              <a:t>来源：README.md / THIRD_PARTY_NOTICES.md / 工程进度 · 本页不提供身份信息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17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3566160" cy="26517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1572768"/>
            <a:ext cx="411480" cy="41148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572768"/>
            <a:ext cx="411480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600200"/>
            <a:ext cx="256032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工程与验证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84831"/>
            <a:ext cx="3154680" cy="1645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任务接入、恢复工具、变更集、执行器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合同、审批、签名与 RunView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真实运行、失败复盘与证据索引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项目维护者（不列姓名）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389888"/>
            <a:ext cx="3566160" cy="26517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53127" y="1572768"/>
            <a:ext cx="411480" cy="41148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1572768"/>
            <a:ext cx="411480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79" y="1600200"/>
            <a:ext cx="256032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上游与依赖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2084831"/>
            <a:ext cx="3154680" cy="1645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ERP-Bench：任务、Odoo 与原始验收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Pi 0.85.1 / Harbor 0.24.0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OR-Tools CP-SAT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Nebius Token Factory / NVIDIA Nemotron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389888"/>
            <a:ext cx="3566160" cy="2651760"/>
          </a:xfrm>
          <a:prstGeom prst="roundRect">
            <a:avLst>
              <a:gd name="adj" fmla="val 5000"/>
            </a:avLst>
          </a:prstGeom>
          <a:solidFill>
            <a:srgbClr val="F5F2ED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02168" y="1572768"/>
            <a:ext cx="411480" cy="411480"/>
          </a:xfrm>
          <a:prstGeom prst="ellipse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1572768"/>
            <a:ext cx="411480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600200"/>
            <a:ext cx="256032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材料与边界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084831"/>
            <a:ext cx="3154680" cy="1645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README、工程进度、P1 文档、首版证据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所有数字绑定 run_id；未测保持未知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95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团队名单 / 外部协作：仓库未记录，材料不编造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15968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443984"/>
            <a:ext cx="5029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已记录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709160"/>
            <a:ext cx="5074920" cy="6583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工程实现、真实运行、失败复盘、证据索引、上游复用边界。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315968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4443984"/>
            <a:ext cx="50292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未记录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709160"/>
            <a:ext cx="5074920" cy="6583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161A20"/>
                </a:solidFill>
                <a:latin typeface="Microsoft YaHei"/>
                <a:ea typeface="Microsoft YaHei"/>
                <a:cs typeface="Microsoft YaHei"/>
              </a:rPr>
              <a:t>团队人数、学校、姓名、导师、外部协作；材料不补写身份。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87568"/>
            <a:ext cx="11155680" cy="457200"/>
          </a:xfrm>
          <a:prstGeom prst="roundRect">
            <a:avLst>
              <a:gd name="adj" fmla="val 5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742432"/>
            <a:ext cx="1069848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本页不提供学校、姓名、导师或团队人数。身份信息只在赛事系统要求处单独提交，不写进作品正文、截图或文件元数据。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417320"/>
            <a:ext cx="82296" cy="2011680"/>
          </a:xfrm>
          <a:prstGeom prst="rect">
            <a:avLst/>
          </a:prstGeom>
          <a:solidFill>
            <a:srgbClr val="E0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1280160"/>
            <a:ext cx="8686800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ForgeFlow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2148840"/>
            <a:ext cx="9144000" cy="5029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让每一次生产异常处置，都能追到计划、写入与验收。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2834640"/>
            <a:ext cx="914400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谢谢 ·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" y="3840480"/>
            <a:ext cx="10332720" cy="10972"/>
          </a:xfrm>
          <a:prstGeom prst="rect">
            <a:avLst/>
          </a:prstGeom>
          <a:solidFill>
            <a:srgbClr val="343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4069080"/>
            <a:ext cx="31089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真实任务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4352544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供应商断供 / 产线停机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4069080"/>
            <a:ext cx="31089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原始验收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4352544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ERP-Bench 规则，不由模型判分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8975" y="4069080"/>
            <a:ext cx="310896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E05A28"/>
                </a:solidFill>
                <a:latin typeface="Microsoft YaHei"/>
                <a:ea typeface="Microsoft YaHei"/>
                <a:cs typeface="Microsoft YaHei"/>
              </a:rPr>
              <a:t>受控写入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5" y="4352544"/>
            <a:ext cx="31546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 Agent + root 执行器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806440"/>
            <a:ext cx="9875520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8A919B"/>
                </a:solidFill>
                <a:latin typeface="Microsoft YaHei"/>
                <a:ea typeface="Microsoft YaHei"/>
                <a:cs typeface="Microsoft YaHei"/>
              </a:rPr>
              <a:t>所有结果绑定 run_id；未测量项保持未知。A/B 回归 100；G4 2/4 strict；2288 超时保留。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750" b="0" i="0">
                <a:solidFill>
                  <a:srgbClr val="8B939E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8"/>
                </a:solidFill>
              </a:defRPr>
            </a:pPr>
            <a:r>
              <a:t>v4 更新：有边界的泛化与产品闭环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G0  实验清单、配置指纹、双口径与暴露登记：每次尝试可追到配置，超时与失败保留。</a:t>
            </a:r>
          </a:p>
          <a:p>
            <a:pPr>
              <a:spcAft>
                <a:spcPts val="800"/>
              </a:spcAft>
              <a:defRPr sz="1500"/>
            </a:pPr>
            <a:r>
              <a:t>G1  2281 归因：MOQ 合法剩余 + 组件供应商 offer 解析；修复后 2281/A/B 均 100、strict。</a:t>
            </a:r>
          </a:p>
          <a:p>
            <a:pPr>
              <a:spcAft>
                <a:spcPts val="800"/>
              </a:spcAft>
              <a:defRPr sz="1500"/>
            </a:pPr>
            <a:r>
              <a:t>G2  2288 同预算对照：0 次 prepare、0 写入；失败提前到上下文/输出上限，未把 0 分说成已解决。</a:t>
            </a:r>
          </a:p>
          <a:p>
            <a:pPr>
              <a:spcAft>
                <a:spcPts val="800"/>
              </a:spcAft>
              <a:defRPr sz="1500"/>
            </a:pPr>
            <a:r>
              <a:t>G3  逐任务合同：2281/2287 已写入审阅合同，执行器启动带 policy，plan 记录 policy_sha256。</a:t>
            </a:r>
          </a:p>
          <a:p>
            <a:pPr>
              <a:spcAft>
                <a:spcPts val="800"/>
              </a:spcAft>
              <a:defRPr sz="1500"/>
            </a:pPr>
            <a:r>
              <a:t>G4  新保留：预登记 4 道；2292、2290 满分 strict；2283 98.5（1 条 origin）；2285 0（scope）。</a:t>
            </a:r>
          </a:p>
          <a:p>
            <a:pPr>
              <a:spcAft>
                <a:spcPts val="800"/>
              </a:spcAft>
              <a:defRPr sz="1500"/>
            </a:pPr>
            <a:r>
              <a:t>D2  工作台：多轮上下文（最多 6 轮）+ 证据面板；平台默认 Nemotron，可切自有 DeepSeek key。</a:t>
            </a:r>
          </a:p>
          <a:p>
            <a:pPr>
              <a:spcAft>
                <a:spcPts val="800"/>
              </a:spcAft>
              <a:defRPr sz="1500"/>
            </a:pPr>
            <a:r>
              <a:t>R   结论：同基准同族有初步泛化，2/4 新保留 strict；不外推全部 repair_plan。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ForgeFlow 首版演示</dc:title>
  <dc:subject>制造业生产与交付异常处置智能体</dc:subject>
  <dc:creator>ForgeFlow</dc:creator>
  <cp:keywords>ForgeFlow; 制造业; 异常处置; Microsoft YaHei; PingFang SC</cp:keywords>
  <dc:description>18 页中文首版；结果绑定 run_id；未测量项保持未知。</dc:description>
  <cp:lastModifiedBy>ForgeFlow</cp:lastModifiedBy>
  <cp:revision>1</cp:revision>
  <dcterms:created xsi:type="dcterms:W3CDTF">2026-10-21T00:00:00Z</dcterms:created>
  <dcterms:modified xsi:type="dcterms:W3CDTF">2026-10-21T00:00:00Z</dcterms:modified>
  <cp:category/>
</cp:coreProperties>
</file>